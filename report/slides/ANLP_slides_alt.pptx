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DD6B8"/>
                </a:solidFill>
                <a:latin typeface="Calibri"/>
              </a:rPr>
              <a:t>APPLIED NATURAL LANGUAGE PROCESSING  ·  UNIVERSITY OF TRENTO  · 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4F6FA"/>
                </a:solidFill>
                <a:latin typeface="Georgia"/>
              </a:rPr>
              <a:t>Summarising Football Match Commentaries</a:t>
            </a:r>
          </a:p>
          <a:p>
            <a:r>
              <a:rPr sz="2000" b="0" i="0">
                <a:solidFill>
                  <a:srgbClr val="939FB0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709160"/>
            <a:ext cx="3840480" cy="32004"/>
          </a:xfrm>
          <a:prstGeom prst="rect">
            <a:avLst/>
          </a:prstGeom>
          <a:solidFill>
            <a:srgbClr val="24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4F6FA"/>
                </a:solidFill>
                <a:latin typeface="Calibri"/>
              </a:rPr>
              <a:t>Marco Panciera   ·   Christian Dalfarra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THE TASK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02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2.5 hours of radio → a 200-word match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Input: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Whisper transcript of live BBC Radio 5 commentary — mean ~25,000 words, noisy, fragmented, full of irrelevant detail.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Output: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a structured match report (~200 words): score line, key events, short tactical note.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Why it is hard: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3C059"/>
                </a:solidFill>
                <a:latin typeface="Calibri"/>
              </a:rPr>
              <a:t>Two empirically answerable questions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DATASET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03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99 matches, 43 years, 12 competition categories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Audio: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Transcription: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References: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~190 words. A pragmatic, disclosed compromise — no human summaries exist for radio commentary.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Split: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27A6E"/>
                </a:solidFill>
                <a:latin typeface="Calibri"/>
              </a:rPr>
              <a:t>Known noise floor: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DESIGN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04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2 input pipelines × 2 learning paradigms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0703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977639"/>
                <a:gridCol w="3977639"/>
              </a:tblGrid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892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Chunk + aggregate: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segment-aligned chunks → per-chunk summary → merge + dedup.   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Long-context: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RESULTS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05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Fine-tuning wins, and the gap is significant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Test ROUGE-L on the clean 9-match test set · bootstrap 95% CIs (10,000 resamples)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1783080"/>
            <a:ext cx="7242048" cy="40603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184" y="1929384"/>
            <a:ext cx="6949440" cy="37677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989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1">
                <a:solidFill>
                  <a:srgbClr val="939FB0"/>
                </a:solidFill>
                <a:latin typeface="Calibri"/>
              </a:rPr>
              <a:t>Every prompting condition is significantly below both fine-tuned models (paired bootstrap; 95% CI of the difference excludes 0). The LED−BART gap (−0.0004 [−0.042, +0.035]) is NOT significant.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1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06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Match the training distribution, not the context window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4F6FA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on (transcript[:1024] → reference) shows BART only the first ~5 minutes of a 2.5-hour match.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Chunk-merger recipe: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run pre-trained BART on every chunk → concatenate the ~30 mini-summaries (~960 tokens) → fine-tune BART to map that intermediate to the reference report. Training input now matches what the model sees at inference.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4F6FA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3C059"/>
                </a:solidFill>
                <a:latin typeface="Calibri"/>
              </a:rPr>
              <a:t>Same model, same pipeline, same test set</a:t>
            </a:r>
          </a:p>
          <a:p>
            <a:pPr lvl="1">
              <a:spcAft>
                <a:spcPts val="900"/>
              </a:spcAft>
            </a:pPr>
            <a:r>
              <a:rPr sz="2300" b="1" i="0">
                <a:solidFill>
                  <a:srgbClr val="3DD6B8"/>
                </a:solidFill>
                <a:latin typeface="Calibri"/>
              </a:rPr>
              <a:t>pre-trained BART 0.147   →   fine-tuned BART 0.248   ( +69% relative )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+55% over the strongest prompting condition of any architecture (LED zero-shot, 0.160).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2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07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Long context wins at prompting, ties at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Prompting: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Fine-tuning: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LED long-context is nominally ahead (0.248 vs 0.248) but the paired difference is not significant at n = 9 — the two fine-tuned pipelines cannot be separated. LED is more consistent (CI [0.230, 0.266]); BART has more variance (CI [0.208, 0.283]).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3C059"/>
                </a:solidFill>
                <a:latin typeface="Calibri"/>
              </a:rPr>
              <a:t>Why the two pipelines are statistically tied despite architectural differences:</a:t>
            </a:r>
          </a:p>
          <a:p>
            <a:pPr lvl="1">
              <a:spcAft>
                <a:spcPts val="900"/>
              </a:spcAft>
            </a:pPr>
            <a:r>
              <a:rPr sz="1500" b="0" i="0">
                <a:solidFill>
                  <a:srgbClr val="F4F6FA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900"/>
              </a:spcAft>
            </a:pPr>
            <a:r>
              <a:rPr sz="1500" b="0" i="0">
                <a:solidFill>
                  <a:srgbClr val="F4F6FA"/>
                </a:solidFill>
                <a:latin typeface="Calibri"/>
              </a:rPr>
              <a:t>LED must learn what matters inside raw 8,192-token windows from scratch — too few pairs (N = 80) to learn long-range attention patterns reliably.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4F6FA"/>
                </a:solidFill>
                <a:latin typeface="Calibri"/>
              </a:rPr>
              <a:t>Secondary finding: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zero-shot beats few-shot and CoT in both chunked families — examples eat the input budget; LED few-shot fell back to zero-shot (implementation gap, disclosed in the report), and LED-base is not instruction-tuned, so prompt style barely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3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08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Models learn the format, not the facts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Real test-set outputs; each quote labelled with the true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257800" cy="2057400"/>
          </a:xfrm>
          <a:prstGeom prst="roundRect">
            <a:avLst/>
          </a:prstGeom>
          <a:solidFill>
            <a:srgbClr val="1A222E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109728"/>
          <a:lstStyle/>
          <a:p>
            <a:pPr algn="ctr"/>
            <a:r>
              <a:rPr sz="1200" b="1" i="0">
                <a:solidFill>
                  <a:srgbClr val="F27A6E"/>
                </a:solidFill>
                <a:latin typeface="Calibri"/>
              </a:rPr>
              <a:t>Fine-tuned BART (best model) — 2019 UCL Final (true: Liverpool 2–0 Tottenham, Madrid, no shootout)</a:t>
            </a:r>
          </a:p>
          <a:p>
            <a:r>
              <a:rPr sz="1300" b="0" i="1">
                <a:solidFill>
                  <a:srgbClr val="F4F6FA"/>
                </a:solidFill>
                <a:latin typeface="Calibri"/>
              </a:rPr>
              <a:t>“Liverpool 2–2 Tottenham Hotspur (Liverpool win 4–3 on penalties) … 2023 UEFA Champions League Final, Wembley Stadium, London – 31 May 2019 … Liverpool secured a dramatic victory…”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75688"/>
            <a:ext cx="54864" cy="1837944"/>
          </a:xfrm>
          <a:prstGeom prst="rect">
            <a:avLst/>
          </a:prstGeom>
          <a:solidFill>
            <a:srgbClr val="F2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1965960"/>
            <a:ext cx="5029200" cy="2057400"/>
          </a:xfrm>
          <a:prstGeom prst="roundRect">
            <a:avLst/>
          </a:prstGeom>
          <a:solidFill>
            <a:srgbClr val="1A222E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109728"/>
          <a:lstStyle/>
          <a:p>
            <a:pPr algn="ctr"/>
            <a:r>
              <a:rPr sz="1200" b="1" i="0">
                <a:solidFill>
                  <a:srgbClr val="F27A6E"/>
                </a:solidFill>
                <a:latin typeface="Calibri"/>
              </a:rPr>
              <a:t>Fine-tuned LED — 2001 FA Cup Final (true: Liverpool 2–1 Arsenal, Millennium Stadium)</a:t>
            </a:r>
          </a:p>
          <a:p>
            <a:r>
              <a:rPr sz="1300" b="0" i="1">
                <a:solidFill>
                  <a:srgbClr val="F4F6FA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075688"/>
            <a:ext cx="54864" cy="1837944"/>
          </a:xfrm>
          <a:prstGeom prst="rect">
            <a:avLst/>
          </a:prstGeom>
          <a:solidFill>
            <a:srgbClr val="F2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97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Quantified over all 9 test matches: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fine-tuned BART (ROUGE rank 2) states the correct final score in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0 of 9 matches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 and recalls only 30% of reference scorers. Fine-tuned LED (ROUGE rank 1): 2/9 scores, 13% scorers. BART scorelines are decorative — 1–1, 2–2, 1–0 regardless of the real 0–4, 3–0…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4F6FA"/>
                </a:solidFill>
                <a:latin typeface="Calibri"/>
              </a:rPr>
              <a:t>ROUGE rewards the hallucination: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the overlapping n-grams (team names, date formats, report style) are exactly what the models reproduce; wrong facts cost nothing.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4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09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Models optimise the reference, not the source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874519"/>
            <a:ext cx="8522208" cy="31132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104" y="2020823"/>
            <a:ext cx="8229600" cy="28206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074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400" b="1" i="0">
                <a:solidFill>
                  <a:srgbClr val="F27A6E"/>
                </a:solidFill>
                <a:latin typeface="Calibri"/>
              </a:rPr>
              <a:t>The rankings invert:  </a:t>
            </a:r>
            <a:r>
              <a:rPr sz="1400" b="0" i="0">
                <a:solidFill>
                  <a:srgbClr val="F4F6FA"/>
                </a:solidFill>
                <a:latin typeface="Calibri"/>
              </a:rPr>
              <a:t>fine-tuned LED leads on ROUGE-L and BERTScore yet has only 2% NLI support; fine-tuned BART — zero NLI-supported sentences — is even more extreme. Prompted long-context LED, outranked on every reference metric, is the best-grounded condition (34%) because it copies the commentary.</a:t>
            </a:r>
          </a:p>
          <a:p>
            <a:pPr>
              <a:spcAft>
                <a:spcPts val="900"/>
              </a:spcAft>
            </a:pPr>
            <a:r>
              <a:rPr sz="12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400" b="1" i="0">
                <a:solidFill>
                  <a:srgbClr val="F4F6FA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939FB0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ENGINEERING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10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The biggest improvement was not a model change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33% of training references were 0-byte files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4F6FA"/>
                </a:solidFill>
                <a:latin typeface="Calibri"/>
              </a:rPr>
              <a:t>LED also needed 5 bug fixes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After the fixes (run 5, clean data): 14 epochs, val ROUGE-L peaks at 0.270 → test 0.248. Earlier collapses were data and code defects, not modelling limits.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148840"/>
            <a:ext cx="5001768" cy="295903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304" y="2295144"/>
            <a:ext cx="4709160" cy="26664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1">
                <a:solidFill>
                  <a:srgbClr val="939FB0"/>
                </a:solidFill>
                <a:latin typeface="Calibri"/>
              </a:rPr>
              <a:t>LED run 5 (clean dataset): val ROUGE-L peaks at 0.270 (epoch 12) → test 0.248.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CONCLUSIONS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11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What we learned, and where it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1.  Fine-tuning a distribution-matched chunk pipeline is the best recipe at small N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2.  Context length is not a substitute for supervision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3.  Reference similarity and source grounding fully decouple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fine-tuned LED leads every reference metric yet gets 2/9 scores and 2% NLI; BART is worse at 0/9 and 0% NLI. The prompted LED both outrank on ROUGE is the best-grounded condition (34%). Optimising faithfulness, not just measuring it, is the natural next step.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27A6E"/>
                </a:solidFill>
                <a:latin typeface="Calibri"/>
              </a:rPr>
              <a:t>Limitations we state openly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 = 9 test matches → bootstrap CIs resolve fine-tuning vs prompting (significant) but not LED vs BART (−0.0004 [−0.042, +0.035]).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NLI support rates are conservative lower bounds (ASR-noisy premises, register gap); entity precision is still unmeasured over all entity types.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
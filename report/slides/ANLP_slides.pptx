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A3D7A"/>
                </a:solidFill>
                <a:latin typeface="Calibri"/>
              </a:rPr>
              <a:t>Summarising Football Match Commentaries</a:t>
            </a: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A Comparative Study of Prompting and Fine-tuning on Long-form Sports Audio Transcripts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22222"/>
                </a:solidFill>
                <a:latin typeface="Calibri"/>
              </a:rPr>
              <a:t>Marco Panciera  ·  Christian Dalfarra</a:t>
            </a:r>
          </a:p>
          <a:p>
            <a:r>
              <a:rPr sz="1400" b="0" i="0">
                <a:solidFill>
                  <a:srgbClr val="666666"/>
                </a:solidFill>
                <a:latin typeface="Calibri"/>
              </a:rPr>
              <a:t>Applied Natural Language Processing — University of Trento —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The task: 2.5 hours of radio → 200-word match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Input: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 transcript of live BBC Radio 5 commentary — mean ~25,000 words, noisy, fragmented, full of irrelevant detail.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Output: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a structured match report (~200 words): score line, key events, short tactical note.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Why it is hard: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inputs exceed every standard transformer context window (1,024 tokens ≈ 4% of a match); references for training are scarce.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Two empirically answerable questions: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1.  Chunk-and-aggregate, or a long-context encoder (LED-16384)?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2.  For each input strategy — prompting a general model, or fine-tuning on small in-domain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A custom dataset: 99 matches, 43 years, 12 competition categories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BBC radio audio  →  Whisper transcription  →  GPT-4 reference summaries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Audio: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BBC Radio 5 Live archive (YouTube, via yt-dlp) — ~19 GB MP3, matches from 1983 to 2026.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Transcription: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Whisper-small; full transcript + time-aligned segments with pitch/energy prosodic features.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References: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GPT-4 (ChatGPT web, search enabled) prompted per match identifier; facts grounded in web-retrieved match reports, BBC sourcing verified for every match; fixed template, ~190 words. A pragmatic, disclosed compromise — no human summaries exist for radio commentary.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Split: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80 train / 10 val / 9 test, stratified, committed to the repo for reproducibility.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B00000"/>
                </a:solidFill>
                <a:latin typeface="Calibri"/>
              </a:rPr>
              <a:t>Known noise floor: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 systematically corrupts player names (“Bergkamp” → “Burgkamp”) — an irreducible ceiling on surface-overlap metrics.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Design: 2 input pipelines × 2 learning paradigms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3 architectures · 3 prompt styles · 11 evaluated conditions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023360"/>
                <a:gridCol w="4023360"/>
              </a:tblGrid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Chunk + aggregate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Long-context (16,384 tokens)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</a:tr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Prompting</a:t>
                      </a:r>
                    </a:p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(zero / few / CoT)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FLAN-T5-Large (512)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BART-Large-CNN (1,024)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LED-base-16384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BART as the merge step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(“chunk-merger” recipe)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LED on 8,192-token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random windows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663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Chunk + aggregate: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segment-aligned chunks → per-chunk summary → merge + dedup.   </a:t>
            </a:r>
            <a:r>
              <a:rPr sz="1600" b="1" i="0">
                <a:solidFill>
                  <a:srgbClr val="222222"/>
                </a:solidFill>
                <a:latin typeface="Calibri"/>
              </a:rPr>
              <a:t>Long-context: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whole transcript in one LED pass.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All experiments on free-tier Kaggle (1× T4); seeds fixed; every prediction saved to disk, so all metrics are recomputable post-hoc.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Results: fine-tuning wins, and the gap is significant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Test ROUGE-L on the clean 9-match test set, bootstrap 95% CIs (10,000 resamples)</a:t>
            </a:r>
          </a:p>
        </p:txBody>
      </p:sp>
      <p:pic>
        <p:nvPicPr>
          <p:cNvPr id="3" name="Picture 2" descr="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1234440"/>
            <a:ext cx="8412480" cy="4560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9893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66666"/>
                </a:solidFill>
                <a:latin typeface="Calibri"/>
              </a:rPr>
              <a:t>Every prompting condition is significantly below both fine-tuned models (paired bootstrap; 95% CI of the difference excludes 0). The LED−BART gap (−0.0004 [−0.042, +0.035]) is NOT significant.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1 — Match the training distribution, not the context window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The “chunk-merger” fine-tuning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Naive fine-tuning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on (transcript[:1024] → reference) shows BART only the first ~5 minutes of a 2.5-hour match.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Chunk-merger recipe: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run pre-trained BART on every chunk → concatenate the ~30 mini-summaries (~960 tokens) → fine-tune BART to map that intermediate to the reference report. Training input now matches what the model sees at inference.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Two-phase schedule: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encoder frozen 3 epochs, then unfrozen; early stopping on val ROUGE-L.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Same model, same pipeline, same test set:</a:t>
            </a:r>
          </a:p>
          <a:p>
            <a:pPr lvl="1">
              <a:spcAft>
                <a:spcPts val="800"/>
              </a:spcAft>
            </a:pPr>
            <a:r>
              <a:rPr sz="2200" b="1" i="0">
                <a:solidFill>
                  <a:srgbClr val="0A3D7A"/>
                </a:solidFill>
                <a:latin typeface="Calibri"/>
              </a:rPr>
              <a:t>pre-trained BART 0.147   →   fine-tuned BART 0.248  ( +69% relative )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+55% over the strongest prompting condition of any architecture (LED zero-shot, 0.160).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2 — Long context wins at prompting, ties at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Prompting: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LED long-context (avg 0.158) beats BART chunk (0.124) and FLAN chunk (0.058) — the 16k window preserves cross-segment information that chunking discards.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Fine-tuning: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LED long-context is nominally ahead (0.248 vs 0.248) but the paired difference is not significant at n = 9 — the two fine-tuned pipelines cannot be separated. LED is more consistent (CI [0.230, 0.266]); BART has more variance (CI [0.208, 0.283]).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Why the two pipelines are statistically tied despite architectural differences: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BART learns from a ~960-token pre-distilled intermediate whose features are already informative.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LED must learn what matters inside raw 8,192-token windows from scratch — too few pairs (N = 80) to learn long-range attention patterns reliably.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Secondary finding: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zero-shot beats few-shot and CoT in both chunked families — examples eat the input budget; LED few-shot fell back to zero-shot (implementation gap, disclosed in the report), and LED-base is not instruction-tuned, so prompt style barely matters.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3 — Models learn the format, not the facts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Real test-set outputs; each quote labelled with the true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5486400" cy="2011680"/>
          </a:xfrm>
          <a:prstGeom prst="rect">
            <a:avLst/>
          </a:prstGeom>
          <a:solidFill>
            <a:srgbClr val="F2F5FA"/>
          </a:solidFill>
          <a:ln w="9525">
            <a:solidFill>
              <a:srgbClr val="C5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/>
            <a:r>
              <a:rPr sz="1300" b="1" i="0">
                <a:solidFill>
                  <a:srgbClr val="0A3D7A"/>
                </a:solidFill>
                <a:latin typeface="Calibri"/>
              </a:rPr>
              <a:t>Fine-tuned BART (best model) — 2019 UCL Final (true: Liverpool 2–0 Tottenham, Madrid, no shootout)</a:t>
            </a:r>
          </a:p>
          <a:p>
            <a:r>
              <a:rPr sz="1300" b="0" i="1">
                <a:solidFill>
                  <a:srgbClr val="222222"/>
                </a:solidFill>
                <a:latin typeface="Calibri"/>
              </a:rPr>
              <a:t>“Liverpool 2–2 Tottenham Hotspur (Liverpool win 4–3 on penalties) … 2023 UEFA Champions League Final, Wembley Stadium, London – 31 May 2019 … Liverpool secured a dramatic victory…”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3640" y="1463040"/>
            <a:ext cx="5486400" cy="2011680"/>
          </a:xfrm>
          <a:prstGeom prst="rect">
            <a:avLst/>
          </a:prstGeom>
          <a:solidFill>
            <a:srgbClr val="F2F5FA"/>
          </a:solidFill>
          <a:ln w="9525">
            <a:solidFill>
              <a:srgbClr val="C5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/>
            <a:r>
              <a:rPr sz="1300" b="1" i="0">
                <a:solidFill>
                  <a:srgbClr val="0A3D7A"/>
                </a:solidFill>
                <a:latin typeface="Calibri"/>
              </a:rPr>
              <a:t>Fine-tuned LED — 2001 FA Cup Final (true: Liverpool 2–1 Arsenal, Millennium Stadium)</a:t>
            </a:r>
          </a:p>
          <a:p>
            <a:r>
              <a:rPr sz="1300" b="0" i="1">
                <a:solidFill>
                  <a:srgbClr val="222222"/>
                </a:solidFill>
                <a:latin typeface="Calibri"/>
              </a:rPr>
              <a:t>“Liverpool 1–0 Arsenal, Premier League, 20 May 2001 — Anfield, Anfield, Emirates Stadium, Anfield… Liverpool dominated the first half…”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947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B00000"/>
                </a:solidFill>
                <a:latin typeface="Calibri"/>
              </a:rPr>
              <a:t>Quantified over all 9 test matches: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fine-tuned BART (ROUGE rank 2) states the correct final score in </a:t>
            </a:r>
            <a:r>
              <a:rPr sz="1600" b="1" i="0">
                <a:solidFill>
                  <a:srgbClr val="B00000"/>
                </a:solidFill>
                <a:latin typeface="Calibri"/>
              </a:rPr>
              <a:t>0 of 9 matches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 and recalls only 30% of reference scorers. Fine-tuned LED (ROUGE rank 1): 2/9 scores, 13% scorers. BART scorelines are decorative — 1–1, 2–2, 1–0 regardless of the real 0–4, 3–0…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ROUGE rewards the hallucination: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the overlapping n-grams (team names, date formats, report style) are exactly what the models reproduce; wrong facts cost nothing.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4 — Models optimise the reference, not the source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BERTScore vs reference · NLI entailment vs transcript (DeBERTa-MNLI, TF-IDF-retrieved windows)</a:t>
            </a:r>
          </a:p>
        </p:txBody>
      </p:sp>
      <p:pic>
        <p:nvPicPr>
          <p:cNvPr id="3" name="Picture 2" descr="inv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32281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B00000"/>
                </a:solidFill>
                <a:latin typeface="Calibri"/>
              </a:rPr>
              <a:t>The rankings invert: 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fine-tuned LED leads on ROUGE-L and BERTScore yet has only 2% NLI support; fine-tuned BART — zero NLI-supported sentences — is even more extreme. Prompted long-context LED, outranked on every reference metric, is the best-grounded condition (34%) because it copies the commentary.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Fine-tuning on GPT-4 references optimises agreement with the references at the expense of grounding in the input. 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(NLI rates are conservative lower bounds — register gap, ASR noise — so compare across conditions, not absolutely.)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The biggest improvement was not a model change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Five silent LED training failures + one dataset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5760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B00000"/>
                </a:solidFill>
                <a:latin typeface="Calibri"/>
              </a:rPr>
              <a:t>33% of training references were 0-byte files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(and 44% of test references) — silently teaching models to emit empty strings and deflating every score ~1.8×.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Predicted correction ratio matched the measured one almost exactly (e.g. fine-tuned BART 0.136 → 0.248 after the fix).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LED also needed 5 bug fixes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(defeated random-window sampler, collapse-to-EOS, decoder sentinel overflow, lost checkpoint, CLI truncation).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0A3D7A"/>
                </a:solidFill>
                <a:latin typeface="Calibri"/>
              </a:rPr>
              <a:t>After the fixes (run 5, clean data): 14 epochs, val ROUGE-L peaks at 0.270 → test 0.248. Earlier collapses were data and code defects, not modelling limits.</a:t>
            </a:r>
          </a:p>
        </p:txBody>
      </p:sp>
      <p:pic>
        <p:nvPicPr>
          <p:cNvPr id="4" name="Picture 3" descr="led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37360"/>
            <a:ext cx="5212080" cy="29511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960" y="51663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66666"/>
                </a:solidFill>
                <a:latin typeface="Calibri"/>
              </a:rPr>
              <a:t>LED run 5 (clean dataset): val ROUGE-L peaks at 0.270 (epoch 12) → test 0.248.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Conclusions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1.  Fine-tuning a distribution-matched chunk pipeline is the best recipe at small N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+69% over the same pre-trained model, +55% over the best prompting baseline.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2.  Context length is not a substitute for supervision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long-context wins only when no fine-tuning is possible.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3.  Reference similarity and source grounding fully decouple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fine-tuned LED leads every reference metric yet gets 2/9 scores and 2% NLI; BART is worse at 0/9 and 0% NLI. The prompted LED both outrank on ROUGE is the best-grounded condition (34%). Optimising faithfulness, not just measuring it, is the natural next step.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B00000"/>
                </a:solidFill>
                <a:latin typeface="Calibri"/>
              </a:rPr>
              <a:t>Limitations we state openly: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Search-grounded GPT-4 references → facts anchored in web reports, but still ungrounded in the transcript, stylistically homogeneous, and not exactly reproducible (search results drift).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 = 9 test matches → bootstrap CIs resolve fine-tuning vs prompting (significant) but not LED vs BART (−0.0004 [−0.042, +0.035]).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 = 80 training pairs → both fine-tuned models overfit (val 0.31 → test 0.25 for BART).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NLI support rates are conservative lower bounds (ASR-noisy premises, register gap); entity precision is still unmeasured over all entity types.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
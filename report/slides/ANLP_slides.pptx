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200-word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(~200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~190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→ per-chunk summary → merge + dedup.   </a:t>
            </a: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wins, and the gap is significant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234440"/>
            <a:ext cx="8412480" cy="4560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fine-tuned BART (paired bootstrap; 95% CI of the difference excludes 0). The BART−LED gap (+0.029 [−0.014, +0.070]) is NOT significant.  * LED trained before the dataset fix; re-scored post-hoc on the same clean 9-match protocol.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zero-shot,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ties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BART chunk-merger is nominally ahead (0.248 vs 0.219) but the paired difference is not significant at n = 9 — the two fine-tuned pipelines cannot be separated. LED is more consistent (narrow CI); BART has the higher ceiling (wide CI).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 chunk-merger might really be ahead: sample efficiency at N = 80.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to learn long-range attention patterns.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both chunked families — examples eat the input budget; LED few-shot fell back to zero-shot (implementation gap, disclosed in the report),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match: 2001 FA Cup Final — true result: Liverpool 2–1 Arsenal, Millennium Stadium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1–1 Arsenal (Liverpool win 2–3 on penalties) 20 May 2014 — Emirates Stadium, London. The match was contested … in the 2014 FA Cup Final…”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ROUGE-best model (fine-tuned BART) states the correct final score in </a:t>
            </a:r>
            <a:r>
              <a:rPr sz="16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recalls only 30% of reference scorers. Fine-tuned LED: 1/9 scores, 15% scorers. Its scorelines are decorative — 1–1, 2–2, 1–0 regardless of the real 0–4, 3–0…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ROUGE rewards the hallucination: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4 — Models optimise the reference, not the source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pic>
        <p:nvPicPr>
          <p:cNvPr id="3" name="Picture 2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3228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B00000"/>
                </a:solidFill>
                <a:latin typeface="Calibri"/>
              </a:rPr>
              <a:t>The rankings invert: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fine-tuned BART — best on every reference-based metric — has 0% of sentences entailed by the transcript; prompted long-context LED, worst on ROUGE, is best-grounded (34%) because it copies the commentary it reads.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32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Reference similarity and source grounding fully decouple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the ROUGE- and BERTScore-best model never states the correct score (0/9) and has 0% of sentences entailed by the transcript. Optimising a faithfulness signal, not just measuring one,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BART vs LED (+0.029 [−0.014, +0.070]).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NLI support rates are conservative lower bounds (ASR-noisy premises, register gap); entity precision is still unmeasured. LED was trained pre-fix (evaluation clean, training not).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
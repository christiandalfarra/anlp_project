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200-word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 categories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234440"/>
            <a:ext cx="8412480" cy="4560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fine-tuned BART (paired bootstrap; 95% CI of the difference excludes 0). The BART−LED gap (+0.029 [−0.014, +0.070]) is NOT significant.  * LED trained before the dataset fix; re-scored post-hoc on the same clean 9-match protocol.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BART chunk-merger is nominally ahead (0.248 vs 0.219) but the paired difference is not significant at n = 9 — the two fine-tuned pipelines cannot be separated. LED is more consistent (narrow CI); BART has the higher ceiling (wide CI).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chunk-merger might really be ahead: sample efficiency at N = 80.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 — 2019 UCL Final (true: Liverpool 2–0 Tottenham, Madrid, no shootout)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 — 2001 FA Cup Final (true: Liverpool 2–1 Arsenal, Millennium Stadium)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ROUGE-best model (fine-tuned BART)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LED: 1/9 scores, 15% scorers. Its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hallucination: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BART — best on every reference-based metric — has 0% of sentences entailed by the transcript; prompted long-context LED, worst on ROUGE, is best-grounded (34%) because it copies the commentary it reads.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32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the ROUGE- and BERTScore-best model never states the correct score (0/9) and has 0% of sentences entailed by the transcript. Optimising a faithfulness signal, not just measuring one,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BART vs LED (+0.029 [−0.014, +0.070]).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unmeasured. LED was trained pre-fix (evaluation clean, training not).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
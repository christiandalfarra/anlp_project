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200-word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 categories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234440"/>
            <a:ext cx="8412480" cy="4560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both fine-tuned models (paired bootstrap; 95% CI of the difference excludes 0). The LED−BART gap (−0.0004 [−0.042, +0.035]) is NOT significant.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is nominally ahead (0.248 vs 0.248) but the paired difference is not significant at n = 9 — the two fine-tuned pipelines cannot be separated. LED is more consistent (CI [0.230, 0.266]); BART has more variance (CI [0.208, 0.283]).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the two pipelines are statistically tied despite architectural differences: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(N = 80) to learn long-range attention patterns reliably.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 — 2019 UCL Final (true: Liverpool 2–0 Tottenham, Madrid, no shootout)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 — 2001 FA Cup Final (true: Liverpool 2–1 Arsenal, Millennium Stadium)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fine-tuned BART (ROUGE rank 2)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 (ROUGE rank 1): 2/9 scores, 13% scorers. BART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hallucination: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BART — best on every reference-based metric — has 0% of sentences entailed by the transcript; prompted long-context LED, worst on ROUGE, is best-grounded (34%) because it copies the commentary it reads.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63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the ROUGE- and BERTScore-best model never states the correct score (0/9) and has 0% of sentences entailed by the transcript. Optimising a faithfulness signal, not just measuring one,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LED vs BART (−0.0004 [−0.042, +0.035]).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 over all entity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
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200-word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 categories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 — but only it clears the null floor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582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both fine-tuned models (paired bootstrap; 95% CI of the difference excludes 0) — and below the dashed null floor. Only the fine-tuned models clear it, by +0.040 [+0.022, +0.059]. The LED−BART gap (−0.0004 [−0.042, +0.035]) is NOT significant.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zero-shot, 0.160) — but that baseline sits below the null floor; see Finding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(ROUGE rank 2) — 2019 UCL Final (true: Liverpool 2–0 Tottenham, Madrid, no shootout)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 (ROUGE rank 1) — 2001 FA Cup Final (true: Arsenal 1–2 Liverpool, Millennium Stadium)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 · 2023–24 UEFA Cup Final, Millennium Stadium, Cardiff, UK – 24 May 2021 … Mohamed Salah curled a low shot into the top corner…” — wrong score, wrong date, wrong competition, scorers who were toddlers in 2001; the venue is the one grounded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fine-tuned BART (ROUGE rank 2)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format, and we measured how much: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wrong match’s report — right template, every fact wrong — already scores ROUGE-L 0.208, 84% of our best model. Every prompting condition scores below a template with no match facts at all. Only +0.040 [+0.022, +0.059] of the fine-tuned score is real match content.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And nothing was lost in transcription: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all 22 reference scorers appear in the transcripts the models read — a 100% ceiling on scorer recall, of which BART realises 30% and LED 13%. Extraction failure, not ASR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LED leads on ROUGE-L and BERTScore yet has only 2% NLI support; fine-tuned BART — zero NLI-supported sentences — is even more extreme. Prompted long-context LED, outranked on every reference metric, is the best-grounded condition (34%) because it copies the commentary.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 (run 5, clean data): 14 epochs, val ROUGE-L peaks at 0.270 → test 0.248.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51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run 5 (clean dataset): val ROUGE-L peaks at 0.270 (epoch 12) → test 0.248.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beats prompting at small N; the two fine-tuned pipelines tie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 under the same pipeline, +55% over the best prompting baseline; against a format-matched null the honest margin is +0.040 ROUGE-L [+0.022, +0.059]. LED and BART are statistically indistinguishable at n = 9.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fine-tuned LED leads every reference metric yet gets 2/9 scores and 2% NLI; BART is worse at 0/9 and 0% NLI. The prompted LED both outrank on ROUGE is the best-grounded condition (34%). Optimising faithfulness, not just measuring it,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Reference metrics are format-saturated — 84% of our ROUGE-L needs no correct facts.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
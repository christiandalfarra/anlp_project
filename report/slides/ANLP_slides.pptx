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300-word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median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(~300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prompted per match identifier to produce a fixed-template report (~300 words).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with 1-segment overlap → per-chunk summary → merge → BoW-cosine dedup.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forward pass; global attention on BOS; gradient checkpointing on a T4.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T4, 15.6 GB); seeds fixed; every prediction saved to disk.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 by a wide margin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ROUGE-L, clean 9-match test set (run 4)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25880"/>
            <a:ext cx="10149840" cy="5258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* Fine-tuned LED trained before the dataset fix; scored on the 5 valid-reference test matches — close, but not strictly comparable to the 9-match protocol of the other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gold)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gold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few-shot,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loses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the ranking inverts — BART chunk-merger 0.248 vs fine-tuned LED 0.219.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every model family — examples eat the input budget in chunked pipelines,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Perfect surface form — score line, date line, report prose — with the year, stadium, competition and result all invented.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ROUGE rewards it anyway: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the n-grams that overlap with the reference (team names, date formats, “in the Xth minute”) are exactly what the models do reproduce; hallucinated facts cost nothing.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Prompted baselines fail differently: FLAN emits template fragments; LED continues the commentary instead of summarising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Surface metrics cannot see the failure that matters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fluent, confidently wrong match reports score well on ROUGE. Faithfulness evaluation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GPT-4-generated references → scores measure agreement with GPT-4 style, not a human gold standard.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differences within ±0.02 ROUGE-L are noise; no significance testing.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Fine-tuned LED not re-trained after the dataset fix → its 0.219 is a valid-only re-evaluation.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
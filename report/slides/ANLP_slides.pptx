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920240"/>
            <a:ext cx="105156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600" b="1" i="0">
                <a:solidFill>
                  <a:srgbClr val="0A3D7A"/>
                </a:solidFill>
                <a:latin typeface="Calibri"/>
              </a:rPr>
              <a:t>Summarising Football Match Commentaries</a:t>
            </a:r>
          </a:p>
          <a:p>
            <a:r>
              <a:rPr sz="2000" b="0" i="0">
                <a:solidFill>
                  <a:srgbClr val="222222"/>
                </a:solidFill>
                <a:latin typeface="Calibri"/>
              </a:rPr>
              <a:t>A Comparative Study of Prompting and Fine-tuning on Long-form Sports Audio Transcripts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420624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 i="0">
                <a:solidFill>
                  <a:srgbClr val="222222"/>
                </a:solidFill>
                <a:latin typeface="Calibri"/>
              </a:rPr>
              <a:t>Marco Panciera  ·  Christian Dalfarra</a:t>
            </a:r>
          </a:p>
          <a:p>
            <a:r>
              <a:rPr sz="1400" b="0" i="0">
                <a:solidFill>
                  <a:srgbClr val="666666"/>
                </a:solidFill>
                <a:latin typeface="Calibri"/>
              </a:rPr>
              <a:t>Applied Natural Language Processing — University of Trento —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task: 2.5 hours of radio → 300-word match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Input: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transcript of live BBC Radio 5 commentary — mean ~25,000 words, noisy, fragmented, full of irrelevant detail.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Output: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a structured match report (~300 words): score line, key events, short tactical note.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Why it is hard: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inputs exceed every standard transformer context window (1,024 tokens ≈ 4% of a match); references for training are scarce.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Two empirically answerable questions: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1.  Chunk-and-aggregate, or a long-context encoder (LED-16384)?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2.  For each input strategy — prompting a general model, or fine-tuning on small in-domain data?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A custom dataset: 99 matches, 43 years, 12 competitions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BBC radio audio  →  Whisper transcription  →  GPT-4 reference summaries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Audio: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BBC Radio 5 Live archive (YouTube, via yt-dlp) — ~19 GB MP3, matches from 1983 to 2026.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Transcription: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Whisper-small; full transcript + time-aligned segments with pitch/energy prosodic features.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References: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GPT-4 (ChatGPT web, search enabled) prompted per match identifier; facts grounded in web-retrieved match reports, BBC sourcing verified for every match; fixed template, ~300 words. A pragmatic, disclosed compromise — no human summaries exist for radio commentary.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Split: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80 train / 10 val / 9 test, stratified, committed to the repo for reproducibility.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B00000"/>
                </a:solidFill>
                <a:latin typeface="Calibri"/>
              </a:rPr>
              <a:t>Known noise floor: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Whisper systematically corrupts player names (“Bergkamp” → “Burgkamp”) — an irreducible ceiling on surface-overlap metrics.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Design: 2 input pipelines × 2 learning paradigms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3 architectures · 3 prompt styles · 11 evaluated conditions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463040"/>
          <a:ext cx="10698480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4023360"/>
                <a:gridCol w="4023360"/>
              </a:tblGrid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Chunk + aggregate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Long-context (16,384 tokens)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Prompting</a:t>
                      </a:r>
                    </a:p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(zero / few / CoT)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FLAN-T5-Large (512)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BART-Large-CNN (1,024)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LED-base-16384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944880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Calibri"/>
                        </a:rPr>
                        <a:t>Fine-tuning</a:t>
                      </a:r>
                    </a:p>
                  </a:txBody>
                  <a:tcPr>
                    <a:solidFill>
                      <a:srgbClr val="0A3D7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BART as the merge step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(“chunk-merger” recipe)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LED on 8,192-token</a:t>
                      </a:r>
                    </a:p>
                    <a:p>
                      <a:r>
                        <a:rPr sz="1400" b="0" i="0">
                          <a:solidFill>
                            <a:srgbClr val="222222"/>
                          </a:solidFill>
                          <a:latin typeface="Calibri"/>
                        </a:rPr>
                        <a:t>random windows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548640" y="46634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Chunk + aggregate: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segment-aligned chunks → per-chunk summary → merge + dedup.   </a:t>
            </a:r>
            <a:r>
              <a:rPr sz="1600" b="1" i="0">
                <a:solidFill>
                  <a:srgbClr val="222222"/>
                </a:solidFill>
                <a:latin typeface="Calibri"/>
              </a:rPr>
              <a:t>Long-context: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whole transcript in one LED pass.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All experiments on free-tier Kaggle (1× T4); seeds fixed; every prediction saved to disk, so all metrics are recomputable post-hoc.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Results: fine-tuning wins, and the gap is significant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ROUGE-L on the clean 9-match test set, bootstrap 95% CIs (10,000 resamples)</a:t>
            </a:r>
          </a:p>
        </p:txBody>
      </p:sp>
      <p:pic>
        <p:nvPicPr>
          <p:cNvPr id="3" name="Picture 2" descr="leader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2807" y="1234440"/>
            <a:ext cx="8412480" cy="456098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989320"/>
            <a:ext cx="10972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Every prompting condition is significantly below fine-tuned BART (paired bootstrap; 95% CI of the difference excludes 0). The BART−LED gap (+0.029 [−0.014, +0.070]) is NOT significant.  * LED trained before the dataset fix; re-scored post-hoc on the same clean 9-match protocol.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1 — Match the training distribution, not the context window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The “chunk-merger” fine-tuning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Naive fine-tuning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on (transcript[:1024] → reference) shows BART only the first ~5 minutes of a 2.5-hour match.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Chunk-merger recipe: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run pre-trained BART on every chunk → concatenate the ~30 mini-summaries (~960 tokens) → fine-tune BART to map that intermediate to the reference report. Training input now matches what the model sees at inference.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Two-phase schedule: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encoder frozen 3 epochs, then unfrozen; early stopping on val ROUGE-L.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Same model, same pipeline, same test set:</a:t>
            </a:r>
          </a:p>
          <a:p>
            <a:pPr lvl="1">
              <a:spcAft>
                <a:spcPts val="800"/>
              </a:spcAft>
            </a:pPr>
            <a:r>
              <a:rPr sz="2200" b="1" i="0">
                <a:solidFill>
                  <a:srgbClr val="0A3D7A"/>
                </a:solidFill>
                <a:latin typeface="Calibri"/>
              </a:rPr>
              <a:t>pre-trained BART 0.147   →   fine-tuned BART 0.248  ( +69% relative )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+55% over the strongest prompting condition of any architecture (LED few-shot, 0.160).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2 — Long context wins at prompting, ties at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Prompting: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LED long-context (avg 0.158) beats BART chunk (0.124) and FLAN chunk (0.058) — the 16k window preserves cross-segment information that chunking discards.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Fine-tuning: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BART chunk-merger is nominally ahead (0.248 vs 0.219) but the paired difference is not significant at n = 9 — the two fine-tuned pipelines cannot be separated. LED is more consistent (narrow CI); BART has the higher ceiling (wide CI).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0A3D7A"/>
                </a:solidFill>
                <a:latin typeface="Calibri"/>
              </a:rPr>
              <a:t>Why chunk-merger might really be ahead: sample efficiency at N = 80.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BART learns from a ~960-token pre-distilled intermediate whose features are already informative.</a:t>
            </a:r>
          </a:p>
          <a:p>
            <a:pPr lvl="1"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LED must learn what matters inside raw 8,192-token windows from scratch — too few pairs to learn long-range attention patterns.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222222"/>
                </a:solidFill>
                <a:latin typeface="Calibri"/>
              </a:rPr>
              <a:t>Secondary finding: </a:t>
            </a:r>
            <a:r>
              <a:rPr sz="1800" b="0" i="0">
                <a:solidFill>
                  <a:srgbClr val="222222"/>
                </a:solidFill>
                <a:latin typeface="Calibri"/>
              </a:rPr>
              <a:t>zero-shot beats few-shot and CoT in every model family — examples eat the input budget in chunked pipelines, and LED-base is not instruction-tuned, so prompt style barely matters.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3 — Models learn the format, not the facts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Test match: 2001 FA Cup Final — true result: Liverpool 2–1 Arsenal, Millennium Stadium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BART (best model)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1–1 Arsenal (Liverpool win 2–3 on penalties) 20 May 2014 — Emirates Stadium, London. The match was contested … in the 2014 FA Cup Final…”</a:t>
            </a:r>
          </a:p>
        </p:txBody>
      </p:sp>
      <p:sp>
        <p:nvSpPr>
          <p:cNvPr id="4" name="Rectangle 3"/>
          <p:cNvSpPr/>
          <p:nvPr/>
        </p:nvSpPr>
        <p:spPr>
          <a:xfrm>
            <a:off x="6263640" y="1463040"/>
            <a:ext cx="5486400" cy="2011680"/>
          </a:xfrm>
          <a:prstGeom prst="rect">
            <a:avLst/>
          </a:prstGeom>
          <a:solidFill>
            <a:srgbClr val="F2F5FA"/>
          </a:solidFill>
          <a:ln w="9525">
            <a:solidFill>
              <a:srgbClr val="C5D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91440"/>
          <a:lstStyle/>
          <a:p>
            <a:pPr algn="ctr"/>
            <a:r>
              <a:rPr sz="1300" b="1" i="0">
                <a:solidFill>
                  <a:srgbClr val="0A3D7A"/>
                </a:solidFill>
                <a:latin typeface="Calibri"/>
              </a:rPr>
              <a:t>Fine-tuned LED</a:t>
            </a:r>
          </a:p>
          <a:p>
            <a:r>
              <a:rPr sz="1300" b="0" i="1">
                <a:solidFill>
                  <a:srgbClr val="222222"/>
                </a:solidFill>
                <a:latin typeface="Calibri"/>
              </a:rPr>
              <a:t>“Liverpool 1–0 Arsenal, Premier League, 20 May 2001 — Anfield, Anfield, Emirates Stadium, Anfield… Liverpool dominated the first half…”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79476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Quantified over all 9 test matches: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ROUGE-best model (fine-tuned BART) states the correct final score in </a:t>
            </a:r>
            <a:r>
              <a:rPr sz="1600" b="1" i="0">
                <a:solidFill>
                  <a:srgbClr val="B00000"/>
                </a:solidFill>
                <a:latin typeface="Calibri"/>
              </a:rPr>
              <a:t>0 of 9 matches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 and recalls only 30% of reference scorers. Fine-tuned LED: 1/9 scores, 15% scorers. Its scorelines are decorative — 1–1, 2–2, 1–0 regardless of the real 0–4, 3–0…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ROUGE rewards the hallucination: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the overlapping n-grams (team names, date formats, report style) are exactly what the models reproduce; wrong facts cost nothing.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Finding 4 — Models optimise the reference, not the source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BERTScore vs reference · NLI entailment vs transcript (DeBERTa-MNLI, TF-IDF-retrieved windows)</a:t>
            </a:r>
          </a:p>
        </p:txBody>
      </p:sp>
      <p:pic>
        <p:nvPicPr>
          <p:cNvPr id="3" name="Picture 2" descr="inv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9418320" cy="32281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89204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B00000"/>
                </a:solidFill>
                <a:latin typeface="Calibri"/>
              </a:rPr>
              <a:t>The rankings invert: </a:t>
            </a:r>
            <a:r>
              <a:rPr sz="1500" b="0" i="0">
                <a:solidFill>
                  <a:srgbClr val="222222"/>
                </a:solidFill>
                <a:latin typeface="Calibri"/>
              </a:rPr>
              <a:t>fine-tuned BART — best on every reference-based metric — has 0% of sentences entailed by the transcript; prompted long-context LED, worst on ROUGE, is best-grounded (34%) because it copies the commentary it reads.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22222"/>
                </a:solidFill>
                <a:latin typeface="Calibri"/>
              </a:rPr>
              <a:t>Fine-tuning on GPT-4 references optimises agreement with the references at the expense of grounding in the input. </a:t>
            </a:r>
            <a:r>
              <a:rPr sz="1300" b="0" i="0">
                <a:solidFill>
                  <a:srgbClr val="666666"/>
                </a:solidFill>
                <a:latin typeface="Calibri"/>
              </a:rPr>
              <a:t>(NLI rates are conservative lower bounds — register gap, ASR noise — so compare across conditions, not absolutely.)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The biggest improvement was not a model change</a:t>
            </a:r>
          </a:p>
          <a:p>
            <a:r>
              <a:rPr sz="1300" b="0" i="0">
                <a:solidFill>
                  <a:srgbClr val="C9D8EC"/>
                </a:solidFill>
                <a:latin typeface="Calibri"/>
              </a:rPr>
              <a:t>Five silent LED training failures + one dataset bug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57607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B00000"/>
                </a:solidFill>
                <a:latin typeface="Calibri"/>
              </a:rPr>
              <a:t>33% of training references were 0-byte files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(and 44% of test references) — silently teaching models to emit empty strings and deflating every score ~1.8×.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222222"/>
                </a:solidFill>
                <a:latin typeface="Calibri"/>
              </a:rPr>
              <a:t>Predicted correction ratio matched the measured one almost exactly (e.g. fine-tuned BART 0.136 → 0.248 after the fix).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222222"/>
                </a:solidFill>
                <a:latin typeface="Calibri"/>
              </a:rPr>
              <a:t>LED also needed 5 bug fixes </a:t>
            </a:r>
            <a:r>
              <a:rPr sz="1600" b="0" i="0">
                <a:solidFill>
                  <a:srgbClr val="222222"/>
                </a:solidFill>
                <a:latin typeface="Calibri"/>
              </a:rPr>
              <a:t>(defeated random-window sampler, collapse-to-EOS, decoder sentinel overflow, lost checkpoint, CLI truncation).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0A3D7A"/>
                </a:solidFill>
                <a:latin typeface="Calibri"/>
              </a:rPr>
              <a:t>After the fixes: a clean, monotone training curve → the earlier collapses were data and code defects, not modelling limits.</a:t>
            </a:r>
          </a:p>
        </p:txBody>
      </p:sp>
      <p:pic>
        <p:nvPicPr>
          <p:cNvPr id="4" name="Picture 3" descr="led_trainin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737360"/>
            <a:ext cx="5212080" cy="293219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37960" y="5166360"/>
            <a:ext cx="5212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 i="1">
                <a:solidFill>
                  <a:srgbClr val="666666"/>
                </a:solidFill>
                <a:latin typeface="Calibri"/>
              </a:rPr>
              <a:t>LED fine-tuning after the fixes: val ROUGE-L peaks at 0.172 (epoch 9).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A3D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2920" tIns="109728"/>
          <a:lstStyle/>
          <a:p>
            <a:pPr algn="ctr"/>
            <a:r>
              <a:rPr sz="2700" b="1" i="0">
                <a:solidFill>
                  <a:srgbClr val="FFFFFF"/>
                </a:solidFill>
                <a:latin typeface="Calibri"/>
              </a:rPr>
              <a:t>Conclusions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106424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1.  Fine-tuning a distribution-matched chunk pipeline is the best recipe at small 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+69% over the same pre-trained model, +55% over the best prompting baseline.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2.  Context length is not a substitute for supervision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long-context wins only when no fine-tuning is possible.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222222"/>
                </a:solidFill>
                <a:latin typeface="Calibri"/>
              </a:rPr>
              <a:t>3.  Reference similarity and source grounding fully decouple </a:t>
            </a:r>
            <a:r>
              <a:rPr sz="1700" b="0" i="0">
                <a:solidFill>
                  <a:srgbClr val="222222"/>
                </a:solidFill>
                <a:latin typeface="Calibri"/>
              </a:rPr>
              <a:t>— the ROUGE- and BERTScore-best model never states the correct score (0/9) and has 0% of sentences entailed by the transcript. Optimising a faithfulness signal, not just measuring one, is the natural next step.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/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B00000"/>
                </a:solidFill>
                <a:latin typeface="Calibri"/>
              </a:rPr>
              <a:t>Limitations we state openly: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Search-grounded GPT-4 references → facts anchored in web reports, but still ungrounded in the transcript, stylistically homogeneous, and not exactly reproducible (search results drift).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9 test matches → bootstrap CIs resolve fine-tuning vs prompting (significant) but not BART vs LED (+0.029 [−0.014, +0.070]).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 = 80 training pairs → both fine-tuned models overfit (val 0.31 → test 0.25 for BART).</a:t>
            </a:r>
          </a:p>
          <a:p>
            <a:pPr lvl="1">
              <a:spcAft>
                <a:spcPts val="8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NLI support rates are conservative lower bounds (ASR-noisy premises, register gap); entity precision is still unmeasured. LED was trained pre-fix (evaluation clean, training not).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77295" y="647395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
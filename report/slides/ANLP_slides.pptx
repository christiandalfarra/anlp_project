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A3D7A"/>
                </a:solidFill>
                <a:latin typeface="Calibri"/>
              </a:rPr>
              <a:t>Summarising Football Match Commentaries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 Comparative Study of Prompting and Fine-tuning on Long-form Sports Audio Transcripts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22222"/>
                </a:solidFill>
                <a:latin typeface="Calibri"/>
              </a:rPr>
              <a:t>Marco Panciera  ·  Christian Dalfarra</a:t>
            </a:r>
          </a:p>
          <a:p>
            <a:r>
              <a:rPr sz="1400" b="0" i="0">
                <a:solidFill>
                  <a:srgbClr val="666666"/>
                </a:solidFill>
                <a:latin typeface="Calibri"/>
              </a:rPr>
              <a:t>Applied Natural Language Processing — University of Trento —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task: 2.5 hours of radio → 300-word match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Input: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transcript of live BBC Radio 5 commentary — median ~25,000 words, noisy, fragmented, full of irrelevant detail.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Output: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a structured match report (~300 words): score line, key events, short tactical note.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Why it is hard: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inputs exceed every standard transformer context window (1,024 tokens ≈ 4% of a match); references for training are scarce.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Two empirically answerable questions: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1.  Chunk-and-aggregate, or a long-context encoder (LED-16384)?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2.  For each input strategy — prompting a general model, or fine-tuning on small in-domain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A custom dataset: 99 matches, 43 years, 12 competitions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BBC radio audio  →  Whisper transcription  →  GPT-4 reference summaries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Audio: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BBC Radio 5 Live archive (YouTube, via yt-dlp) — ~19 GB MP3, matches from 1983 to 2026.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Transcription: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Whisper-small; full transcript + time-aligned segments with pitch/energy prosodic features.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References: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GPT-4 (ChatGPT web, search enabled) prompted per match identifier; facts grounded in web-retrieved match reports, BBC sourcing verified for every match; fixed template, ~300 words. A pragmatic, disclosed compromise — no human summaries exist for radio commentary.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Split: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80 train / 10 val / 9 test, stratified, committed to the repo for reproducibility.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B00000"/>
                </a:solidFill>
                <a:latin typeface="Calibri"/>
              </a:rPr>
              <a:t>Known noise floor: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systematically corrupts player names (“Bergkamp” → “Burgkamp”) — an irreducible ceiling on surface-overlap metrics.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Design: 2 input pipelines × 2 learning paradigms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3 architectures · 3 prompt styles · 11 evaluated conditions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023360"/>
                <a:gridCol w="4023360"/>
              </a:tblGrid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Chunk + aggregate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Long-context (16,384 tokens)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Prompting</a:t>
                      </a:r>
                    </a:p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(zero / few / CoT)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FLAN-T5-Large (512)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BART-Large-CNN (1,024)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LED-base-16384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 as the merge step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(“chunk-merger” recipe)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 on 8,192-token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random windows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720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Chunk + aggregate: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segment-aligned chunks with 1-segment overlap → per-chunk summary → merge → BoW-cosine dedup.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Long-context: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whole transcript in one LED forward pass; global attention on BOS; gradient checkpointing on a T4.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All experiments on free-tier Kaggle (1× T4, 15.6 GB); seeds fixed; every prediction saved to disk.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Results: fine-tuning wins, and the gap is significant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Test ROUGE-L on the clean 9-match test set, bootstrap 95% CIs (10,000 resamples)</a:t>
            </a:r>
          </a:p>
        </p:txBody>
      </p:sp>
      <p:pic>
        <p:nvPicPr>
          <p:cNvPr id="3" name="Picture 2" descr="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280160"/>
            <a:ext cx="9692640" cy="5255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0533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Every prompting condition is significantly below fine-tuned BART (paired bootstrap; 95% CI of the difference excludes 0). The BART−LED gap (+0.029 [−0.014, +0.070]) is NOT significant.  * LED trained before the dataset fix; re-scored post-hoc on the same clean 9-match protocol.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1 — Match the training distribution, not the context window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The “chunk-merger” fine-tuning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Naive fine-tuning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on (transcript[:1024] → gold) shows BART only the first ~5 minutes of a 2.5-hour match.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Chunk-merger recipe: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run pre-trained BART on every chunk → concatenate the ~30 mini-summaries (~960 tokens) → fine-tune BART to map that intermediate to the gold report. Training input now matches what the model sees at inference.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Two-phase schedule: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encoder frozen 3 epochs, then unfrozen; early stopping on val ROUGE-L.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Same model, same pipeline, same test set:</a:t>
            </a:r>
          </a:p>
          <a:p>
            <a:pPr lvl="1">
              <a:spcAft>
                <a:spcPts val="800"/>
              </a:spcAft>
            </a:pPr>
            <a:r>
              <a:rPr sz="2200" b="1" i="0">
                <a:solidFill>
                  <a:srgbClr val="0A3D7A"/>
                </a:solidFill>
                <a:latin typeface="Calibri"/>
              </a:rPr>
              <a:t>pre-trained BART 0.147   →   fine-tuned BART 0.248  ( +69% relative )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+55% over the strongest prompting condition of any architecture (LED few-shot, 0.160).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2 — Long context wins at prompting, loses at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Prompting: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LED long-context (avg 0.158) beats BART chunk (0.124) and FLAN chunk (0.058) — the 16k window preserves cross-segment information that chunking discards.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Fine-tuning: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the ranking inverts — BART chunk-merger 0.248 vs fine-tuned LED 0.219.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Why: sample efficiency at N = 80.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BART learns from a ~960-token pre-distilled intermediate whose features are already informative.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LED must learn what matters inside raw 8,192-token windows from scratch — too few pairs to learn long-range attention patterns.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Secondary finding: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zero-shot beats few-shot and CoT in every model family — examples eat the input budget in chunked pipelines, and LED-base is not instruction-tuned, so prompt style barely matters.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3 — Models learn the format, not the facts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Test match: 2001 FA Cup Final — true result: Liverpool 2–1 Arsenal, Millennium Stadium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BART (best model)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1–1 Arsenal (Liverpool win 2–3 on penalties) 20 May 2014 — Emirates Stadium, London. The match was contested … in the 2014 FA Cup Final…”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3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LED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1–0 Arsenal, Premier League, 20 May 2001 — Anfield, Anfield, Emirates Stadium, Anfield… Liverpool dominated the first half…”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B00000"/>
                </a:solidFill>
                <a:latin typeface="Calibri"/>
              </a:rPr>
              <a:t>Quantified over all 9 test matches: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the ROUGE- and BERTScore-best model (fine-tuned BART) states the correct final score in </a:t>
            </a:r>
            <a:r>
              <a:rPr sz="1500" b="1" i="0">
                <a:solidFill>
                  <a:srgbClr val="B00000"/>
                </a:solidFill>
                <a:latin typeface="Calibri"/>
              </a:rPr>
              <a:t>0 of 9 matches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, recalls 30% of reference scorers, and has </a:t>
            </a:r>
            <a:r>
              <a:rPr sz="1500" b="1" i="0">
                <a:solidFill>
                  <a:srgbClr val="B00000"/>
                </a:solidFill>
                <a:latin typeface="Calibri"/>
              </a:rPr>
              <a:t>0% of sentences NLI-entailed by the transcript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. Fine-tuned LED: 1/9 scores, 15% scorers, 3% entailed.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The rankings invert: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prompted long-context LED — bottom of every reference-based metric — is the best-grounded condition (34% of sentences entailed), because it copies the commentary it reads. Fine-tuning optimises agreement with the references at the expense of grounding in the input.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ROUGE and BERTScore reward the hallucination: overlapping n-grams and semantics (team names, date formats, report style) are exactly what the models reproduce; wrong facts cost nothing.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biggest improvement was not a model change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Five silent LED training failures + one dataset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5760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33% of training references were 0-byte files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(and 44% of test references) — silently teaching models to emit empty strings and deflating every score ~1.8×.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Predicted correction ratio matched the measured one almost exactly (e.g. fine-tuned BART 0.136 → 0.248 after the fix).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LED also needed 5 bug fixes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(defeated random-window sampler, collapse-to-EOS, decoder sentinel overflow, lost checkpoint, CLI truncation).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A3D7A"/>
                </a:solidFill>
                <a:latin typeface="Calibri"/>
              </a:rPr>
              <a:t>After the fixes: a clean, monotone training curve → the earlier collapses were data and code defects, not modelling limits.</a:t>
            </a:r>
          </a:p>
        </p:txBody>
      </p:sp>
      <p:pic>
        <p:nvPicPr>
          <p:cNvPr id="4" name="Picture 3" descr="led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5212080" cy="2932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51663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LED fine-tuning after the fixes: val ROUGE-L peaks at 0.172 (epoch 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Conclusions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1.  Fine-tuning a distribution-matched chunk pipeline is the best recipe at small 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+69% over the same pre-trained model, +55% over the best prompting baseline.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2.  Context length is not a substitute for supervision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long-context wins only when no fine-tuning is possible.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3.  ROUGE and factual accuracy fully decouple at the top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the ROUGE-best model never states the correct score (0/9). Optimising a faithfulness signal, not just measuring one, is the natural next step.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B00000"/>
                </a:solidFill>
                <a:latin typeface="Calibri"/>
              </a:rPr>
              <a:t>Limitations we state openly: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Search-grounded GPT-4 references → facts anchored in web reports, but still ungrounded in the transcript, stylistically homogeneous, and not exactly reproducible (search results drift).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9 test matches → bootstrap CIs resolve fine-tuning vs prompting (significant) but not BART vs LED (+0.029 [−0.014, +0.070]).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80 training pairs → both fine-tuned models overfit (val 0.31 → test 0.25 for BART).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NLI support rates are conservative lower bounds (ASR-noisy premises, register gap); entity precision is still unmeasured. LED was trained pre-fix (evaluation clean, training not).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
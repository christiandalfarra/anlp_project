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300-word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median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(~300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~300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with 1-segment overlap → per-chunk summary → merge → BoW-cosine dedup.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forward pass; global attention on BOS; gradient checkpointing on a T4.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T4, 15.6 GB); seeds fixed; every prediction saved to disk.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280160"/>
            <a:ext cx="9692640" cy="52550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533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fine-tuned BART (paired bootstrap; 95% CI of the difference excludes 0). The BART−LED gap (+0.029 [−0.014, +0.070]) is NOT significant.  * LED trained before the dataset fix; re-scored post-hoc on the same clean 9-match protocol.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gold)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gold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few-shot,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loses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the ranking inverts — BART chunk-merger 0.248 vs fine-tuned LED 0.219.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Why: sample efficiency at N = 80.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every model family — examples eat the input budget in chunked pipelines,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match: 2001 FA Cup Final — true result: Liverpool 2–1 Arsenal, Millennium Stadium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1–1 Arsenal (Liverpool win 2–3 on penalties) 20 May 2014 — Emirates Stadium, London. The match was contested … in the 2014 FA Cup Final…”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ROUGE-best model (fine-tuned BART)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gold scorers. Fine-tuned LED: 1/9 scores, 15% scorers.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Perfect surface form — score line, date line, report prose — with the facts invented. ROUGE rewards it anyway: the overlapping n-grams (team names, date formats, “in the Xth minute”) are exactly what the models do reproduce; wrong facts cost nothing.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Prompted baselines fail earlier: FLAN and BART few-shot don’t even name both teams (they copy the in-context example’s teams).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32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ROUGE and factual accuracy fully decouple at the top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the ROUGE-best model never states the correct score (0/9). Optimising a faithfulness signal, not just measuring one,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BART vs LED (+0.029 [−0.014, +0.070]).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Faithfulness probes are recall-oriented: entity precision (invented names, dates, stadiums) is still unmeasured. LED was trained pre-fix (evaluation is clean; training data was not).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